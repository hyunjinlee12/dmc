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S1 Pd(100) — G3 Adsorbate Sampling (dry-run, Cl[C]=O fix)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560320"/>
                <a:gridCol w="822960"/>
                <a:gridCol w="283464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Adsorbate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0"/>
                        <a:t>T1.10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site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16 atop + 32 bridge + 64 3-fold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0"/>
                        <a:t>T1.11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CO*  (Cl[C]=O)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112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pure C+O, mode='all'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0"/>
                        <a:t>T1.12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CH₃O*  (ClOC)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rotation + conformers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100" b="0"/>
                        <a:t>T1.13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co-ads Set A (reactive 2.3–4.0 Å)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110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Phase 2 TS pool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co-ads Set B (thermo ≥5.0 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independent species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co-ads Set TS (1.7–2.3 Å)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28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TS-like</a:t>
                      </a:r>
                    </a:p>
                  </a:txBody>
                  <a:tcPr>
                    <a:solidFill>
                      <a:srgbClr val="ECF2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co-ads side-path (&lt;1.7 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incl. atomic overlap, filter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distance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005840"/>
            <a:ext cx="4572000" cy="25045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SMILES fix: guideline 'Cl[C-]#[O+]' fails in current RDKit (valence). Fallback 'ClC=O' gave CHO* (formyl with implicit H). Corrected to 'Cl[C]=O' (brackets → no implicit H, pure CO).</a:t>
            </a:r>
          </a:p>
          <a:p>
            <a:r>
              <a:rPr sz="1100" i="1">
                <a:solidFill>
                  <a:srgbClr val="555555"/>
                </a:solidFill>
              </a:rPr>
              <a:t>Heuristic-only. NO MLIP, NO DFT. Awaiting advisor approval before T1.14 onward.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