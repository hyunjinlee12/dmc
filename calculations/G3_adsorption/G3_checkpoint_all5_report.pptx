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G3 Adsorbate Sampling Checkpoint — 5 surfaces (heuristic, NO MLIP/DFT)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438912">
                <a:tc>
                  <a:txBody>
                    <a:bodyPr/>
                    <a:lstStyle/>
                    <a:p/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S2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S3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S3b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S4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/>
                        <a:t>Sites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/>
                        <a:t>CO*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112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166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135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87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129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629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/>
                        <a:t>CH₃O*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498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1887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/>
                        <a:t>Co-ads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400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400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400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400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400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2000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/>
                        <a:t>Set A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492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/>
                        <a:t>Set TS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10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5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13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15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7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50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/>
                        <a:t>Set B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/>
                        <a:t>side-path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2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4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/>
                        <a:t>rejected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349240"/>
            <a:ext cx="11430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404040"/>
                </a:solidFill>
              </a:rPr>
              <a:t>핵심 발견:  • Set A reactive 풀 89–104/surface (workplan 150–500 target 범위)  • S3b가 Set TS-like 가장 많음 (15) → DMC TS 후보 풍부  • S4 side-path = 0 (bridging O가 CO₂-like 붕괴 방지)  • 모든 표면 steric reject 9–13% 비슷  </a:t>
            </a:r>
          </a:p>
          <a:p>
            <a:r>
              <a:rPr sz="1100" i="1">
                <a:solidFill>
                  <a:srgbClr val="404040"/>
                </a:solidFill>
              </a:rPr>
              <a:t>Stop point: heuristic 생성 완료. MLIP / DFT 진행 전 advisor 검토 대기.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