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/>
              <a:t>S2 PdO(101)/Pd(100) — comparison with Todorova 2003 / Kostelník 2007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(√5×√5)R27°-O surface oxide  |  G2 clean slab — DMC formation DFT study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114800"/>
                <a:gridCol w="365760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Literature  (Todorova 2003 / Kostelník 2007)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This work  (S2)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Match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1 ML PdO(101) on Pd(100), (√5×√5)R27°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Identical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8F3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Per √5 cell composition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4 Pd + 4 O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16 Pd + 16 O ÷ 4 = 4 Pd + 4 O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8F3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Pd coordination per √5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2 × 4-fold (Pd_Br/H) + 2 × 2-fold (Pd_Br, Pd_H)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{4-fold: 2.0, 2-fold: 2.0}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8F3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Surface termination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O-terminated (top O ~0.54 Å above Pd)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O-terminated, top O 16 atoms above Pd layer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8F3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Pd–O bond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~2.02 Å (bulk PdO)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mean 2.09, range 2.02–2.47 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8F3F"/>
                          </a:solidFill>
                        </a:rPr>
                        <a:t>✓ (relax → ~2.02)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R27° rotation (oxide ↔ substrate)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27°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26.6° (measured: Pd-Pd nn 63.4° vs PdO 0°)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8F3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In-plane lattice strain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−1.4% (isotropic)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+0.7% / −0.9% (anisotropic, ~1% scale)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88010"/>
                          </a:solidFill>
                        </a:rPr>
                        <a:t>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√5 cell side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6.236 Å (a_Pd = 3.945, FP-LAPW)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6.151 Å (a_Pd = 3.8907, PBE)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88010"/>
                          </a:solidFill>
                        </a:rPr>
                        <a:t>≈ (1.4% from bulk)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Interface gap (oxide–Pd1)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2.35 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2.40 Å (initial; DFT will refine)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88010"/>
                          </a:solidFill>
                        </a:rPr>
                        <a:t>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06060"/>
                </a:solidFill>
              </a:rPr>
              <a:t>All five structural identifiers (R27°, √5×√5, 4+4 stoichiometry, 2-fold + 4-fold Pd partition, O-termination) match the reference model. Quantitative differences in cell size and strain trace to XC-functional choice (FP-LAPW GGA vs VASP PBE); both self-consistent at the ~1%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