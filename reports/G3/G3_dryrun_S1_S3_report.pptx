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G3 Adsorbate Sampling Dry-run — S1 vs S3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Heuristic (AutoAdsorbate, mode='all') — NO MLIP, NO DFT. Awaiting advisor approval.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5303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82880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S1 Pd(100)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S3 PdO(100) O-term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Sites (mode='all')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  → nonequivalent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7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21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CO*  (Cl[C]=O)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CH₃O*  (ClOC)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336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405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Co-ads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  Set A reactive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110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108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  Set B thermo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  Set TS-like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28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25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/>
                        <a:t>  side-path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distan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6126480" cy="33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52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Key findings:  (1) S3 has 3× more nonequivalent sites than S1 due to PdO chemical diversity.  (2) Set A reactive count similar (~110) — heuristic geometric, not energy-based.  (3) S3 side-path includes shorter overlaps (min 0.35 Å vs S1 0.59 Å) — overlap filter needed.  (4) S1 4-fold hollow not detected by AutoAdsorbate (precision artifact, 3-fold split).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